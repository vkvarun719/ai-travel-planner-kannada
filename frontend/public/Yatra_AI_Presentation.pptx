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FCC00"/>
          </a:solidFill>
          <a:ln w="508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/>
            </a:pPr>
            <a:r>
              <a:t>🗺️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CC00"/>
                </a:solidFill>
              </a:defRPr>
            </a:pPr>
            <a:r>
              <a:t>Yatra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AI-Powered Karnataka Travel Planner with Hyper-Local Heritage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CC00"/>
                </a:solidFill>
              </a:defRPr>
            </a:pPr>
            <a:r>
              <a:t>🌐  ai-travel-planner-kannada.vercel.app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Kannada Hackathon 2026  •  Team Varun</a:t>
            </a:r>
          </a:p>
          <a:p>
            <a:pPr algn="ctr">
              <a:defRPr sz="1200">
                <a:solidFill>
                  <a:srgbClr val="999999"/>
                </a:solidFill>
              </a:defRPr>
            </a:pPr>
            <a:r>
              <a:t>100% Free-Tier  •  React + FastAPI + Gemini 1.5 Flash  •  PWA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Page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7432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CC00"/>
                </a:solidFill>
              </a:defRPr>
            </a:pPr>
            <a:r>
              <a:t>1.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The problem we chose, who is affected, and why it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DE8E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🚨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Karnataka has 500+ monuments, 31 districts, 320 km coastline — but tourists only visit Mysuru &amp; Bengaluru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Generic travel apps (MakeMyTrip, Google Travel) give cookie-cutter plans with zero local knowledge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No platform shows real ghat road conditions, monsoon alerts, or authentic military hotel recommendations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Kannada signboards, menus &amp; bus boards are unreadable for 95% of non-Kannada tourists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Travelers waste hours searching Reddit, blogs and YouTube for fragmented, outdated info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No single free tool offers: AI itinerary + Kannada translation + offline access + route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FF8E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017"/>
                </a:solidFill>
              </a:defRPr>
            </a:pPr>
            <a:r>
              <a:t>👥  WHO IS AFFECTED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15+ crore annual domestic tourists visiting Karnataka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International travelers who can't read Kannada signs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Solo backpackers, bikers, students needing budget plans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Families planning multi-day heritage or pilgrimage trips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Karnataka's lesser-known destinations losing tourism revenue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• Local homestays, restaurants &amp; guides lacking digital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Yatra AI – Karnataka Travel Planner |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6539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Page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7432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CC00"/>
                </a:solidFill>
              </a:defRPr>
            </a:pPr>
            <a:r>
              <a:t>2. Existing System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How the problem is solved today, and its 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C00"/>
                </a:solidFill>
              </a:defRPr>
            </a:pPr>
            <a: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647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C00"/>
                </a:solidFill>
              </a:defRPr>
            </a:pPr>
            <a: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64792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C00"/>
                </a:solidFill>
              </a:defRPr>
            </a:pPr>
            <a:r>
              <a:t>Key Limitations /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1247120" cy="658368"/>
          </a:xfrm>
          <a:prstGeom prst="rect">
            <a:avLst/>
          </a:prstGeom>
          <a:solidFill>
            <a:srgbClr val="FFF8E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Google 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286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Generic itinerary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28600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No Karnataka-specific knowledge, no Kannada, no ghat road warnings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07792"/>
            <a:ext cx="11247120" cy="658368"/>
          </a:xfrm>
          <a:prstGeom prst="rect">
            <a:avLst/>
          </a:prstGeom>
          <a:solidFill>
            <a:srgbClr val="FDE8E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99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MakeMyTrip / Goibibo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992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Hotel &amp; flight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999232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No AI itinerary planning, no heritage circuit awareness, paid-only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21024"/>
            <a:ext cx="11247120" cy="658368"/>
          </a:xfrm>
          <a:prstGeom prst="rect">
            <a:avLst/>
          </a:prstGeom>
          <a:solidFill>
            <a:srgbClr val="FFF8E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124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TripAdvisor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7124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Crowd-sourced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712464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Outdated info, no monsoon season intelligence, no offline mode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34256"/>
            <a:ext cx="11247120" cy="658368"/>
          </a:xfrm>
          <a:prstGeom prst="rect">
            <a:avLst/>
          </a:prstGeom>
          <a:solidFill>
            <a:srgbClr val="FDE8E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ChatGPT / Gemini (raw)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42569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Generic AI text responses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42569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No structured day plans, no maps, no cost breakdown, hallucinations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47120" cy="658368"/>
          </a:xfrm>
          <a:prstGeom prst="rect">
            <a:avLst/>
          </a:prstGeom>
          <a:solidFill>
            <a:srgbClr val="FFF8E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38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Karnataka Tourism Dept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1389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Static brochures &amp; website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1389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</a:defRPr>
            </a:pPr>
            <a:r>
              <a:t>No personalization, no real-time weather, no audio phrasebook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9496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589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⚡ GAP:  No single FREE platform combines AI itinerary + Kannada OCR + offline PWA + real highway route intel + monsoon warnings + budget estimator for Karnataka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Yatra AI – Karnataka Travel Planner | Hackathon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Page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7432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CC00"/>
                </a:solidFill>
              </a:defRPr>
            </a:pPr>
            <a:r>
              <a:t>3. How Yatra AI Is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What is new or better in our solution compared with existing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🗺️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6479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From ➔ To Destination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Users choose departure city AND famous Karnataka destination. Live highway, distance, KSRTC/train info shown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2491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AI Hyper-Local Itineraries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Gemini 1.5 Flash generates day-by-day plans with real restaurant names, monument timings, entry fees &amp; insider tips.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490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8503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Kannada OCR Sign 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9593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Point camera at any Kannada signboard, menu or bus board → instant English translation with cultural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4515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PWA Offline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194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Full app works without internet. Cached itineraries + 37-phrase Kannada phrasebook with Web Speech API audio.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6692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🌧️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60527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Monsoon &amp; Season Warnings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79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Open-Meteo weather + ghat landslide alerts + Jog Falls dry-season + Hampi heat warnings per destination.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69164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DE8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8288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76479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Interactive Leaflet Maps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039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Numbered day markers on OpenStreetMap with OSRM driving distance between stops.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65176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DE8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7889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72491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Budget / Mid / Luxury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9992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Per-day cost breakdown: stay, food, transport, activities with trip total in ₹.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61188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DE8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7490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68503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Festival Auto-Suggest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593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Curated Karnataka festivals (Dasara, Hampi Utsav, Kambala, Karaga) overlap-matched to travel dates.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57200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DE8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7091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64515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Eco &amp; Trip Presets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9194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Solo, family, bikers, students, pilgrimage, eco-friendly presets modify AI behavior.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553212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DE8E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6692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60527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Kannada / English Toggle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879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Full i18n UI toggle; entire AI output generated natively in Kannada script.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Yatra AI – Karnataka Travel Planner | Hackathon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56539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Page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7432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CC00"/>
                </a:solidFill>
              </a:defRPr>
            </a:pPr>
            <a:r>
              <a:t>4. Approach &amp;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Methodology, workflow, key design decisions &amp;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8E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102E"/>
                </a:solidFill>
              </a:defRPr>
            </a:pPr>
            <a:r>
              <a:t>🔧  APPROACH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1️⃣  Mobile-first PWA with service worker caching for offline Karnataka exploration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2️⃣  Gemini 1.5 Flash API with structured JSON output &amp; Karnataka-specific system prompt (50+ food spots, heritage timings)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3️⃣  Curated route intelligence database: real highway names, KSRTC schedules, ghat road conditions for 12+ corridors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4️⃣  Free-tier hardening: in-memory AI cache (24h TTL), IP rate limiting, Render cold-start handler with retry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5️⃣  Modular i18n architecture: separate en.js / kn.js dictionaries; AI generates native Kannada script output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6️⃣  Camera-based Kannada OCR via Gemini Vision multimodal — no paid OCR API needed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7️⃣  Zero-cost stack: Vercel (frontend) + Render (backend) + Open-Meteo + OSRM + Web Speech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DE8E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102E"/>
                </a:solidFill>
              </a:defRPr>
            </a:pPr>
            <a:r>
              <a:t>🏗️  TECH STACK &amp;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FFCC0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500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102E"/>
                </a:solidFill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3500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</a:defRPr>
            </a:pPr>
            <a:r>
              <a:t>React 18 + Vite + Tailwind CSS</a:t>
            </a:r>
            <a:br/>
            <a:r>
              <a:t>Lucide Icons • Leaflet Maps • PWA Service Worker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73552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102E"/>
                </a:solidFill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337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</a:defRPr>
            </a:pPr>
            <a:r>
              <a:t>Python FastAPI on Render Free</a:t>
            </a:r>
            <a:br/>
            <a:r>
              <a:t>Gemini 1.5 Flash API • In-Memory Cache • Rate Limiter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61104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2511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102E"/>
                </a:solidFill>
              </a:defRPr>
            </a:pPr>
            <a:r>
              <a:t>FREE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32511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</a:defRPr>
            </a:pPr>
            <a:r>
              <a:t>Open-Meteo (Weather) • OSRM (Routes)</a:t>
            </a:r>
            <a:br/>
            <a:r>
              <a:t>Web Speech API (Audio) • OpenStreetMap (Maps)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248656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FCE4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31266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102E"/>
                </a:solidFill>
              </a:defRPr>
            </a:pPr>
            <a: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126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</a:defRPr>
            </a:pPr>
            <a:r>
              <a:t>Vercel Free (Frontend) • Render Free (Backend)</a:t>
            </a:r>
            <a:br/>
            <a:r>
              <a:t>GitHub CI/CD • Zero API Keys Required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69680" y="3154680"/>
            <a:ext cx="228600" cy="118872"/>
          </a:xfrm>
          <a:prstGeom prst="down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869680" y="4142232"/>
            <a:ext cx="228600" cy="118872"/>
          </a:xfrm>
          <a:prstGeom prst="down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869680" y="5129784"/>
            <a:ext cx="228600" cy="118872"/>
          </a:xfrm>
          <a:prstGeom prst="down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Yatra AI – Karnataka Travel Planner |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6539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Page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7432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CC00"/>
                </a:solidFill>
              </a:defRPr>
            </a:pPr>
            <a:r>
              <a:t>5. Conclusion, Impact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Summary of the solution, impact, and possible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C00"/>
                </a:solidFill>
              </a:defRPr>
            </a:pPr>
            <a:r>
              <a:t>12+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Features</a:t>
            </a:r>
            <a:br/>
            <a:r>
              <a:t>Shipped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69164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5564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C00"/>
                </a:solidFill>
              </a:defRPr>
            </a:pPr>
            <a:r>
              <a:t>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Karnataka</a:t>
            </a:r>
            <a:br/>
            <a:r>
              <a:t>Monuments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9164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5564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C00"/>
                </a:solidFill>
              </a:defRPr>
            </a:pPr>
            <a: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Kannada</a:t>
            </a:r>
            <a:br/>
            <a:r>
              <a:t>Phrases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5564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C00"/>
                </a:solidFill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Free Tier</a:t>
            </a:r>
            <a:br/>
            <a:r>
              <a:t>No Paid APIs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9164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75564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C00"/>
                </a:solidFill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Route</a:t>
            </a:r>
            <a:br/>
            <a:r>
              <a:t>Corridors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9164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75564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C00"/>
                </a:solidFill>
              </a:defRPr>
            </a:pPr>
            <a:r>
              <a:t>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Offline</a:t>
            </a:r>
            <a:br/>
            <a:r>
              <a:t>Load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2608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FFF8E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102E"/>
                </a:solidFill>
              </a:defRPr>
            </a:pPr>
            <a:r>
              <a:t>✅  IMPACT &amp;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First free AI travel planner built exclusively for Karnataka with native Kannada support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Promotes lesser-known destinations: Badami, Dandeli, Agumbe, Belur-Halebidu beyond typical Mysuru/Bengaluru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Empowers non-Kannada tourists with instant OCR sign translation and audio phrasebook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Works 100% offline via PWA — ideal for Western Ghats areas with poor connectivity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Reduces trip planning time from hours to 30 seconds with structured AI itineraries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Boosts local economy: recommends authentic homestays, local eateries, KSRTC transit over corporate chains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2608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FDE8E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0175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102E"/>
                </a:solidFill>
              </a:defRPr>
            </a:pPr>
            <a:r>
              <a:t>🚀  FUTURE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Real-time KSRTC bus tracking API integration for live transit ETA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AR monument overlay: point phone at Hampi ruins → see 3D Vijayanagara reconstruction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Multi-state expansion: Tamil Nadu, Kerala, Goa, Telangana with same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Community-powered: let locals submit hidden gems, updated road conditions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Voice-guided navigation in Kannada for hands-free driving through ghat roads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• Partnership with Karnataka Tourism Department for official data feeds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Yatra AI – Karnataka Travel Planner |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Page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